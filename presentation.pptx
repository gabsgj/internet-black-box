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0" y="-1371600"/>
            <a:ext cx="7315200" cy="731520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Arial"/>
              </a:defRPr>
            </a:pPr>
            <a:r>
              <a:t>HACKHAZARDS '26 SUBMISSION  •  TEAM 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  <a:defRPr sz="6400" b="1">
                <a:solidFill>
                  <a:srgbClr val="0F172A"/>
                </a:solidFill>
                <a:latin typeface="Arial"/>
              </a:defRPr>
            </a:pPr>
            <a:r>
              <a:t>INTERNET</a:t>
            </a:r>
            <a:br/>
            <a:r>
              <a:t>BLACK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4572000" cy="1905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59669"/>
                </a:solidFill>
                <a:latin typeface="Arial"/>
              </a:defRPr>
            </a:pPr>
            <a:r>
              <a:t>Causal Incident Reconstruction — Hands-Free, Instant, and Autonomous.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Passively mapping git merges, Slack triage discussions, and production alerts into an always-on causal event graph to trace outages to their root origins in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475569"/>
                </a:solidFill>
                <a:latin typeface="Arial"/>
              </a:defRPr>
            </a:pPr>
            <a:r>
              <a:t>TRACK SPONSORS:  Neo4j AuraDB  •  Render Workflows  •  Expo Mobile  •  Sarvam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01. PROBLEM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Production Crashes. Diagnostics Stalls.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6217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0"/>
              </a:spcAft>
              <a:defRPr sz="1400">
                <a:solidFill>
                  <a:srgbClr val="475569"/>
                </a:solidFill>
                <a:latin typeface="Arial"/>
              </a:defRPr>
            </a:pPr>
            <a:r>
              <a:t>Software diagnostics resemble forensic archaeology. When systems fail, engineers must manually inspect fragmented, out-of-context telemetry logs, wasting hours cross-referencing timestamps.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 Flat Logs: Tell you what broke, but never who did it or why.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 Developer Silos: Code edits in GitHub are disconnected from Slack War Rooms.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•  Alert Fatigue: Exception spikes occur without downstream causal paths.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2011680"/>
            <a:ext cx="365760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0" y="2011680"/>
            <a:ext cx="3657600" cy="7315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286000"/>
            <a:ext cx="2926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100" b="1">
                <a:solidFill>
                  <a:srgbClr val="E11D48"/>
                </a:solidFill>
                <a:latin typeface="Arial"/>
              </a:defRPr>
            </a:pPr>
            <a:r>
              <a:t>THE REACTION DELAY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4.2 Hours</a:t>
            </a:r>
          </a:p>
          <a:p>
            <a:pPr>
              <a:spcAft>
                <a:spcPts val="2000"/>
              </a:spcAft>
              <a:defRPr sz="1100">
                <a:solidFill>
                  <a:srgbClr val="475569"/>
                </a:solidFill>
                <a:latin typeface="Arial"/>
              </a:defRPr>
            </a:pPr>
            <a:r>
              <a:t>Average Mean Time to Resolution (MTTR) under standard debugging silos.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$300,000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Average cost of hourly downtime for cloud software teams.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02. THE GRAPH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Neo4j AuraDB Causal Event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6217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0"/>
              </a:spcAft>
              <a:defRPr sz="1400">
                <a:solidFill>
                  <a:srgbClr val="475569"/>
                </a:solidFill>
                <a:latin typeface="Arial"/>
              </a:defRPr>
            </a:pPr>
            <a:r>
              <a:t>Rather than matching logs via expensive SQL join queries, Internet Black Box maps telemetry as nodes and relations, executing index-free adjacency traversals.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Semantic Node Entities: System, File, Person, Event, Incident.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Causal Edge Paths: Nodes are contextually wired with :AUTHORED, :DEPLOYED_TO, :TRIGGERED, and :CAUSED_BY relationships.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Immediate Identification: Trace back from a Sentry exception directly to the breaking commit SHA in under 50ms.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2011680"/>
            <a:ext cx="3657600" cy="3840480"/>
          </a:xfrm>
          <a:prstGeom prst="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0" y="2011680"/>
            <a:ext cx="36576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286000"/>
            <a:ext cx="2926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NEO4J ROOT-CAUSE CYPHER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MATCH (i:Incident {id: $id})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MATCH path = shortestPath(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  (c:Event {type: 'COMMIT'})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  -[:TRIGGERED|PRECEDED*1..5]-&gt;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  (i)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)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RETURN path</a:t>
            </a:r>
          </a:p>
          <a:p>
            <a:pPr>
              <a:spcBef>
                <a:spcPts val="1500"/>
              </a:spcBef>
              <a:defRPr sz="1000">
                <a:solidFill>
                  <a:srgbClr val="475569"/>
                </a:solidFill>
                <a:latin typeface="Arial"/>
              </a:defRPr>
            </a:pPr>
            <a:r>
              <a:t>⚡ Traverses the causality pipeline from crash to git merge in constant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03. INGESTION PIPELINES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Render Background Ingestion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3200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01  •  `ingest-github`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Cron Job Ingest</a:t>
            </a:r>
          </a:p>
          <a:p>
            <a:pPr>
              <a:lnSpc>
                <a:spcPct val="130000"/>
              </a:lnSpc>
              <a:defRPr sz="1200">
                <a:solidFill>
                  <a:srgbClr val="475569"/>
                </a:solidFill>
                <a:latin typeface="Arial"/>
              </a:defRPr>
            </a:pPr>
            <a:r>
              <a:t>Runs on a recurring 5-minute interval. Queries GitHub repositories for commits, pull request lifecycle stages, file modifications, and deployment states, generating semantic node mappings.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32004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D9488"/>
                </a:solidFill>
                <a:latin typeface="Arial"/>
              </a:defRPr>
            </a:pPr>
            <a:r>
              <a:t>02  •  `ingest-slack`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Event Streams</a:t>
            </a:r>
          </a:p>
          <a:p>
            <a:pPr>
              <a:lnSpc>
                <a:spcPct val="130000"/>
              </a:lnSpc>
              <a:defRPr sz="1200">
                <a:solidFill>
                  <a:srgbClr val="475569"/>
                </a:solidFill>
                <a:latin typeface="Arial"/>
              </a:defRPr>
            </a:pPr>
            <a:r>
              <a:t>Real-time Slack webhook receiver for channels. Filters telemetry keys, performs security sanitization (scrubbing PII before storage), and matches discussions to file references.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200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03  •  `reconstruct`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AI Reconstruction</a:t>
            </a:r>
          </a:p>
          <a:p>
            <a:pPr>
              <a:lnSpc>
                <a:spcPct val="130000"/>
              </a:lnSpc>
              <a:defRPr sz="1200">
                <a:solidFill>
                  <a:srgbClr val="475569"/>
                </a:solidFill>
                <a:latin typeface="Arial"/>
              </a:defRPr>
            </a:pPr>
            <a:r>
              <a:t>Background worker triggered when incidents open. Queries a 4-hour temporal window around the alert, structures the causal subgraph, and calls LLaMA 3.1 70B via NVIDIA NIM.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04. MOBILE &amp; SPEECH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Expo Native App &amp; Sarvam AI Voice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6217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2000"/>
              </a:spcAft>
              <a:defRPr sz="1400">
                <a:solidFill>
                  <a:srgbClr val="475569"/>
                </a:solidFill>
                <a:latin typeface="Arial"/>
              </a:defRPr>
            </a:pPr>
            <a:r>
              <a:t>Incidents occur when developers are away from keyboard. Our Expo native client and Sarvam voice pipeline enable hands-free triage from anywhere.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Expo Push Alerts: Real-time on-call mobile push alerts featuring initial AI causal summaries.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Sarvam Speech-to-Text: On-call engineers can ask questions via voice ('What broke on payment service last night?') to query the graph.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✔  Sarvam Text-to-Speech: Synthesizes voice briefings of incident timelines in English and Hindi directly on the mobile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2011680"/>
            <a:ext cx="3657600" cy="3840480"/>
          </a:xfrm>
          <a:prstGeom prst="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0" y="2011680"/>
            <a:ext cx="36576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286000"/>
            <a:ext cx="2926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VOICE INTELLIGENCE ROUTING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1. Capture User Audio (Expo Client API)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2. Sarvam STT Engine (Audio to Query Text)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3. Spring Boot Service (Query parser routing)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4. Neo4j Traversal (Cypher context extraction)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5. NVIDIA NIM LLM (Synthesizes structural brief)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Courier New"/>
              </a:defRPr>
            </a:pPr>
            <a:r>
              <a:t>6. Sarvam TTS Engine (Audio briefing returned)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05. SYSTEM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Under the Hood: Technical Ecosystem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3200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CORE BACKEND</a:t>
            </a:r>
          </a:p>
          <a:p>
            <a:pPr>
              <a:spcAft>
                <a:spcPts val="15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Spring Boot API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Java 17 runtime environment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Spring WebFlux (Reactive client routing)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Spring Data Neo4j SDN repository layer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WebSocket servers for real-time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32004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D9488"/>
                </a:solidFill>
                <a:latin typeface="Arial"/>
              </a:defRPr>
            </a:pPr>
            <a:r>
              <a:t>DATABASE &amp; COGNITIVE</a:t>
            </a:r>
          </a:p>
          <a:p>
            <a:pPr>
              <a:spcAft>
                <a:spcPts val="15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Neo4j &amp; NVIDIA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Neo4j AuraDB (Enterprise Graph Platform)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Index-Free Adjacency edge performance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LLaMA 3.1 70B via NVIDIA NIM API keys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Data sanitization matching pipelines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011680"/>
            <a:ext cx="3200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200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CLIENT CLIENTS</a:t>
            </a:r>
          </a:p>
          <a:p>
            <a:pPr>
              <a:spcAft>
                <a:spcPts val="15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React &amp; Expo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React 19 single-page dashboard app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Tailwind CSS v4 layouts &amp; typography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Sigma.js canvas graph visualizer component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•  Expo Router file-based mobile routing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